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4D7F3-D569-4FD7-A41F-5746E52E2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506660-46F0-4D7F-81BC-4F0693C7D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C95A6-86C0-4E45-8EF0-516B436A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4423D0-0A32-4481-BF84-82B22883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F74677-9047-4D6F-B048-756CEFBC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757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D4194-14F0-49EC-A206-08BAE5AC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5E9639-DA60-452B-8C14-7012DD1AC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659584-69EE-4E6D-A9E6-F4BE5FF1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7F828E-4CA9-4324-A924-D9F18C034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4AB76D-2B4E-47EB-B92F-77B2A227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846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691C8-5C84-4E2D-88AD-BD7AD7E1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205BD2-58F7-4546-895C-1A59C1AC4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935D7B-31EE-42FC-BE87-93B3160A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09B894-3132-4D6F-B8A2-46B94BDD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1FFB01-8B5E-4D23-BDA3-8C62A76D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928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008A4-AB59-4A39-A979-1836DF821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DF428D-468E-4A08-BD9A-D0612BEF0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387057-D60F-4AC4-A02B-5ACF5F0DA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0BD0CA-3221-4C70-BF99-C7885F4C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08B6C-9440-4D93-B37E-78C4CEAB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6A081D-643E-468F-9741-8640040A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233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88591-99A3-4C57-865D-67EBDEFB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272FE2-6241-4246-96D1-68CA97626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5ED0E1-DBAF-41BB-B1CC-D290E6000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5C7E23-D437-45D6-953C-541719795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8D9FE34-883D-451E-BE5A-C9A15CA58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74C9A4-2F91-4A0C-9BD0-9040FC24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78518A-5FB3-499C-95E5-E837CC83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575145-C35B-41D5-80D3-1D60925F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935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E5FFA-6756-4F70-8746-6930ACFC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F0DC89-6674-4EA6-B486-0A60A143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8D355A-513F-4C55-A128-532FF85FE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130C9A-19D0-4F31-ACDC-29174745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1249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3D30DBD-1D7A-40C5-8143-DFEA4A846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A04EBF-6ED2-4AC7-8F9D-2B3DAC4E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97F6B0-B3B6-4BDD-B3A2-2BA08315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8977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BD1C5-52FC-4837-A6AF-F09C23CE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58BEB4-3CA6-42E1-89B1-78FBF7F1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DC6176-57BC-4D13-85C1-60CDB2D97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FB4AF3-3E00-4AB0-BDCF-949396AC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40FC8B-E607-4C59-B995-FE3594D1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F95ED-D3EF-458F-89C0-2CC92C27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21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B8887-9E24-4686-94C6-897CB3787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F1B8E6-0448-4F58-9DFC-82AA21AC9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ABBBA0-4AD8-4A0D-AFC2-6DB846F7D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845DD6-77DD-45A5-956B-221DC983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CF0CF3-7CAF-4C06-866B-538245A9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7FCB8F-1EB5-4996-BA78-749BA0C9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340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BEAE6-F951-4226-A47B-84E72F72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56ECFD-563C-4B4B-819B-ACBCDD3F9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AB48A9-1022-4390-B8E8-C9849D4F4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9A51FB-B7D1-44B6-8FDA-9BA7082A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27AE77-68B9-4294-8E70-8FB63AB2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021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DD500E-70B8-4C37-830E-3E168C9CD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EC3AB6-589E-4C75-8B18-132B772A8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850273-C64B-483A-B405-D8AE9A0C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BBDA16-70F3-42C6-AC49-43E0A420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C2BC1D-357E-4E8B-9204-C0297D4A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388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7366BA-B703-4C43-9E60-081B984F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2F0869-1BF4-4DC2-8C44-AB6AA34DA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56CB7A-075C-4EF3-B0F8-F331D4049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70D97-A0FB-49CC-8EE5-7288506506E2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096F5A-12BE-4D6A-9326-404AE94C4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55DFE6-EE3F-4706-9EEC-B1B09D69A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D6D8B-A006-4854-A523-BA2C8C7BCB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2742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47F772-0A8F-42CD-9B70-0CCE5E2BB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4094" y="-313765"/>
            <a:ext cx="12900211" cy="732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0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BD2DAD4-58ED-4478-9FA9-61AA1A2F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425" y="-358588"/>
            <a:ext cx="12487754" cy="740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8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02637E-E8A3-4E25-9BE3-1E7D51F4E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576" y="0"/>
            <a:ext cx="12407151" cy="830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212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Efrain Sebastian Rojas Artavia</dc:creator>
  <cp:lastModifiedBy>Efrain Sebastian Rojas Artavia</cp:lastModifiedBy>
  <cp:revision>2</cp:revision>
  <dcterms:created xsi:type="dcterms:W3CDTF">2026-08-20T20:26:14Z</dcterms:created>
  <dcterms:modified xsi:type="dcterms:W3CDTF">2026-08-20T20:34:31Z</dcterms:modified>
</cp:coreProperties>
</file>